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presProps" Target="presProps.xml"/>
  <Relationship Id="rId33" Type="http://schemas.openxmlformats.org/officeDocument/2006/relationships/viewProps" Target="viewProps.xml"/>
  <Relationship Id="rId3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5515170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2000250"/>
          <a:ext cx="11334750" cy="5048250"/>
          <a:chOff x="857250" y="2000250"/>
          <a:chExt cx="11334750" cy="50482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WONDERS OF HIS HAND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857250" y="4095750"/>
            <a:ext cx="104775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4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WONDERS OF HIS HAND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WONDERS OF HIS HAND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Morning sun, mountains tall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God above designed them all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Running streams, desert sand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Just a few of the wonders of His hand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I'm amazed when I se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All He’s done and to think He did it all for m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Oh how great, Oh how gran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Are the great and mighty wonders of His Hand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On a hill, on a cros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He stretched out His hand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To save the world so los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But in the pain was a pla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Yes, this would be the greates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Wonder of His Hand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Broken hearts, torn by si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With one touch of His hand, new agai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Born in love, free to stan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As a glorious new creation of His Hand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And I'm amazed when I se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All He's done and to know He did it all for me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Oh how great to know I a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Standing here as a wonder of His hand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Unashamed I will stand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As a living testimony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To declare the mighty wonder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Wonders of His hand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857250" y="190500"/>
          <a:ext cx="11811000" cy="4857750"/>
          <a:chOff x="857250" y="190500"/>
          <a:chExt cx="11811000" cy="4857750"/>
        </a:xfrm>
      </p:grpSpPr>
      <p:sp>
        <p:nvSpPr>
          <p:cNvPr id="2" name=""/>
          <p:cNvSpPr txBox="1"/>
          <p:nvPr/>
        </p:nvSpPr>
        <p:spPr>
          <a:xfrm>
            <a:off x="857250" y="2000250"/>
            <a:ext cx="10477500" cy="2857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7000" spc="0" u="none" cap="none">
                <a:solidFill>
                  <a:srgbClr val="333333">
                    <a:alpha val="100000"/>
                  </a:srgbClr>
                </a:solidFill>
                <a:latin typeface="Libre Baskerville"/>
              </a:rPr>
              <a:t><![CDATA[His mighty hands]]></a:t>
            </a:r>
          </a:p>
        </p:txBody>
      </p:sp>
      <p:sp>
        <p:nvSpPr>
          <p:cNvPr id="3" name=""/>
          <p:cNvSpPr txBox="1"/>
          <p:nvPr/>
        </p:nvSpPr>
        <p:spPr>
          <a:xfrm>
            <a:off x="9906000" y="190500"/>
            <a:ext cx="19050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4">
  <a:themeElements>
    <a:clrScheme name="Theme4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2025-12-19T09:10:32Z</dcterms:created>
  <dcterms:modified xsi:type="dcterms:W3CDTF">2025-12-19T09:10:32Z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